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SIX-PHASE, FOUR-HOUR HANDS-ON WORKSHOP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2860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Production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Worker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wrangler.toml to a debugged, AI-powered Company Values Extractor — built around a real incident log, not a synthetic curriculum.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62356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B2C4C"/>
          </a:solidFill>
          <a:ln w="12700">
            <a:solidFill>
              <a:srgbClr val="233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623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562356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B2C4C"/>
          </a:solidFill>
          <a:ln w="12700">
            <a:solidFill>
              <a:srgbClr val="233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5623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Extraction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562356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B2C4C"/>
          </a:solidFill>
          <a:ln w="12700">
            <a:solidFill>
              <a:srgbClr val="233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5623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562356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B2C4C"/>
          </a:solidFill>
          <a:ln w="12700">
            <a:solidFill>
              <a:srgbClr val="233A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5623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SPA Rendering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562356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B2C4C"/>
          </a:solidFill>
          <a:ln w="12700">
            <a:solidFill>
              <a:srgbClr val="233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5623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Diagnostics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75520" y="562356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1B2C4C"/>
          </a:solidFill>
          <a:ln w="12700">
            <a:solidFill>
              <a:srgbClr val="233A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0" y="5623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Adaptive Crawl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Agenda — 4 Hours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workshop overview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195560" y="17647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1B2C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95560" y="17647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Setup &amp; Health Check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195560" y="22219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8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195560" y="22219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Crawling &amp; AI Extraction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195560" y="26791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8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195560" y="26791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63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195560" y="31363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80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95560" y="31363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195560" y="35935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5B6B8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95560" y="35935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Pages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195560" y="40507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80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95560" y="40507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69164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Truncation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195560" y="45079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802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195560" y="45079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892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691640" y="4892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0195560" y="49651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5B6B8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195560" y="49651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5800" y="5349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3:15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691640" y="5349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Wrap-Up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0195560" y="54223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802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195560" y="54223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5806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3:50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691640" y="5806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&amp; Q&amp;A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0195560" y="58795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1B2C4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195560" y="58795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Building: the Company Values Extractor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Cloudflare Worker that crawls a company website and uses Workers AI to extract its mission, vision, core values, and culture as structured JSON.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2C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377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url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290322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2377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38728" y="2377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candidate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fetch + render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290322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2377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F38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2377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@cf/meta/llama-4-scout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290322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89720" y="2377440"/>
            <a:ext cx="2423160" cy="1051560"/>
          </a:xfrm>
          <a:prstGeom prst="roundRect">
            <a:avLst>
              <a:gd name="adj" fmla="val 7826"/>
            </a:avLst>
          </a:prstGeom>
          <a:solidFill>
            <a:srgbClr val="1B2C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99448" y="2377440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mission, culture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DF1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20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always open, never gated behind auth.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DF1F7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4206240"/>
            <a:ext cx="384048" cy="38404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/extract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5120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+ AI extraction. Returns structured company values.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DF1F7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4206240"/>
            <a:ext cx="384048" cy="384048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6676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/extract/full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5120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/extract, plus a generated markdown report.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implementation lives in complete/ — every phase in this workshop builds toward it, one incident at a time.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Workshop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real decision log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214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is anchored to an actual incident from this project's debugging history — not a hypothetical.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Cumulative, runnable code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729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folder is a checkpoint. Code from Phase N is exactly where Phase N+1 starts.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40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gap per phase, by design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2245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code ships with one intentional bug to fix or function to implement — tied directly to that phase's case study.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892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are there — collapsed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2760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lab's README has a solution in a collapsed block. Attempt first; reveal when stuck.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 &amp;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installed, plus `npm install -g wrangler`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Cloudflare account with Workers AI enabled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reading/writing JavaScript (ES modules, async/await)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and an editor — that's the whole toolchain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320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31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Cloudflare API token with “Browser Rendering — Edit” permission (Phase 4 onward; degrades gracefully without it)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company website to crawl — ideally one with a client-side-rendered (SPA) careers page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868680" cy="86868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30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0241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 &amp; Health Check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starting point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  </a:t>
            </a:r>
            <a:endParaRPr lang="en-US" sz="115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“wrangler deploy” warns about workers_dev / preview_urls not being set explicitly.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each wrangler.toml field controls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Worker locally with wrangler dev, deploy with wrangler deploy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routed endpoint and a shared JSON response helper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real warning apart from a cosmetic config-explicitness one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Setup &amp; Health Check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wrangler.toml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Setup &amp; Health Check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760720" cy="3291840"/>
          </a:xfrm>
          <a:prstGeom prst="roundRect">
            <a:avLst>
              <a:gd name="adj" fmla="val 2222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1664208"/>
            <a:ext cx="524865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"company-values-extractor"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= "src/index.js"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compatibility_date = "2024-11-01"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compatibility_flags = ["nodejs_compat"]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explicitly — silences a real deploy warning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workers_dev = true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preview_urls = true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5544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phase adds to this same fetch() handler — same shape, same shared jsonResponse() helper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workers_dev / preview_urls default to true either way — setting them explicitly is about silencing noise, not changing behavior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warning is a bug — but silencing a known-safe one keeps real warnings from getting lost later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DF1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25E12"/>
                </a:solidFill>
              </a:rPr>
              <a:t>TRY IT   </a:t>
            </a:r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wrangler dev  →  curl http://localhost:8787/  →  confirm a 404 on an unknown path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Setup &amp; Health Check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GET /version Endpoint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Setup &amp; Health Check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{ "version": "1.0.0-phase1" } from a new GET /version route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jsonResponse() — don't hand-roll another new Response(...)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paths must still return 404, same as today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3493008"/>
            <a:ext cx="10552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(url.pathname === "/version" &amp;&amp; request.method === "GET")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jsonResponse({ version: "1.0.0-phase1" });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solution — see phase-1-project-setup/README.md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Project Setup &amp; Health Check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868680" cy="86868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35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0241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Crawling &amp; AI Extraction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  </a:t>
            </a:r>
            <a:endParaRPr lang="en-US" sz="115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TypeError: ((intermediate value) ?? "").trim is not a function — in the Cloudflare dashboard console.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AI binding and call env.AI.run()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multiple pages concurrently with Promise.allSettled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pages' text into one bounded prompt context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fix a real Workers AI response-shape bug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Crawling &amp; AI Extraction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URL to Structured JSON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Crawling &amp; AI Extraction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55448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path list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recommended paths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205740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55448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1B2C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155448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each page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205740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55448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1B2C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9088" y="155448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stripHtml()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buildContext()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205740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9720" y="155448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F38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99448" y="155448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AI.run()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llama-4-scout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Promise.allSettled, not Promise.all — some pages 404ing is a normal outcome, not a failure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buildContext() splits the character budget evenly across every successful page (simple — not done yet, see Phase 5)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prompted for one exact JSON shape: company, mission, vision, values[], culture[], summary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Crawling &amp; AI Extraction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 Hiding Behind ??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Crawling &amp; AI Extraction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1709928"/>
            <a:ext cx="52486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raw = (response?.response ?? "").trim();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TypeError: ...trim is not a function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6002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 only substitutes when the value is null or undefined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AI can return response.response as a non-string object — truthy, so it sails right past ??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has no .trim() — hence the TypeError, in production, on real traffic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2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3858768"/>
            <a:ext cx="10552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aiResponseToText(response)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value = response?.response;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(typeof value === "string") return value;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(value == null) return "";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JSON.stringify(value);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 typeof explicitly — don't just try/catch around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Crawling &amp; AI Extraction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868680" cy="86868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25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0241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the Endpoint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  </a:t>
            </a:r>
            <a:endParaRPr lang="en-US" sz="115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token pasted into wrangler.toml's [vars] printed in plaintext on the next wrangler deploy.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[vars] entry and a Wrangler secret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 route with an optional API key check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GET / should stay unprotected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Set, list, and rotate a secret without ever seeing its value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Vars vs. Secrets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7E4D3"/>
          </a:solidFill>
          <a:ln w="15875">
            <a:solidFill>
              <a:srgbClr val="B54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[vars]  —  PLAINTEXT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774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the dashboard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in cleartext by wrangler deploy whenever local config differs from live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a credential here — not even “just for testing”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DCEFE4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wrangler secret put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printed — not in diffs, not in wrangler secret list (names only)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it's a credential, it's a secret, full stop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Token That Leaked in Plain Sight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828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was pasted into [vars] instead of set as a secret — same mistake, dashboard “Variable” UI or wrangler.toml either way.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SURFACED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0632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wrangler deploy printed the literal token value in its config-diff output — into terminal scrollback and CI logs.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297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2976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the token immediately (it's compromised the moment it's printed), then: wrangler secret put CLOUDFLARE_API_TOKEN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/extract and /extract/full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1801368"/>
            <a:ext cx="10552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wrangler secret put API_KEY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key → 401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-X POST .../extract -d '{"url":"..."}'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 key → succeeds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.../extract -H "X-Api-Key: &lt;key&gt;" -d '{"url":"..."}'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must still succeed with no key at all, always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API_KEY secret set at all → the auth check is a no-op, everything succeeds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Securing the Endpoint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3434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Phase 4 — Handling JavaScript-Rendered (SPA) Pages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868680" cy="86868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40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0241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JavaScript-Rendered (SPA) Pages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  </a:t>
            </a:r>
            <a:endParaRPr lang="en-US" sz="115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company's real Core Values never appeared — they were injected client-side by an Angular SPA with no SSR.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plain fetch() can silently miss a page's real content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cheap heuristic (looksThin) for when rendering is worth 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/markdown quick action beat /json here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subtle SPA client-routing bug: a fake “successful” render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Plain fetch() Never Runs JavaScript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194560" cy="960120"/>
          </a:xfrm>
          <a:prstGeom prst="roundRect">
            <a:avLst>
              <a:gd name="adj" fmla="val 8571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60020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fetch(/careers)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server 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08026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00400" y="1600200"/>
            <a:ext cx="2194560" cy="960120"/>
          </a:xfrm>
          <a:prstGeom prst="roundRect">
            <a:avLst>
              <a:gd name="adj" fmla="val 8571"/>
            </a:avLst>
          </a:prstGeom>
          <a:solidFill>
            <a:srgbClr val="1B2C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10128" y="160020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“Core Values”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present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08026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52160" y="1600200"/>
            <a:ext cx="2194560" cy="960120"/>
          </a:xfrm>
          <a:prstGeom prst="roundRect">
            <a:avLst>
              <a:gd name="adj" fmla="val 8571"/>
            </a:avLst>
          </a:prstGeom>
          <a:solidFill>
            <a:srgbClr val="B545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61888" y="160020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nothing —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never ran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Worker's fetch() gets exactly what the origin server returns — nothing more. Content that JavaScript injects after page load simply isn't in that HTML.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DF1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794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2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TO WATCH FOR   </a:t>
            </a:r>
            <a:endParaRPr lang="en-US" sz="1150" dirty="0"/>
          </a:p>
          <a:p>
            <a:pPr indent="0" marL="0">
              <a:buNone/>
            </a:pPr>
            <a:r>
              <a:rPr lang="en-US" sz="1500" i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heading like “Our Core Values,” immediately followed by unrelated content, with nothing filled in between — not a fetch error, not a timeout. The content just isn't there to find.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Two-Tier Fetch Strategy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60020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fetch()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fast, 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212598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16002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38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8848" y="160020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looksThin()?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300 chars, or &lt; 5% of raw HTML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212598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16002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1B2C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9328" y="160020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/markdown quick action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7180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character minimum isn't reliable — a real page can render 2,000 narrative characters and still miss the one section that matters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signal: extracted-text-to-raw-HTML ratio — an SPA shell has a large JS bundle translating to very little static text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fetch always runs first; rendering only pays for the pages that actually need it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/json Looked Right and Failed Every Time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7E4D3"/>
          </a:solidFill>
          <a:ln w="15875">
            <a:solidFill>
              <a:srgbClr val="B54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/json  —  HTTP 422 every time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774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page, then asks an internal AI model to extract fields as JSON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it to return a whole page as one JSON string field: the model reliably fails to escape the text correctly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every real page tried — not a fluke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DCEFE4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/markdown  —  the reliable choice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HTML-to-markdown conversion — no AI step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JSON-escaping failure mode to hit, because there's no JSON generation involved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/json for small, well-defined field extraction — not “give me all the text”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Fake-Homepage Bug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nonexistent path like /mission gets a real 404 from plain fetch() — but 0 characters also “looks thin”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Rendering navigates like a real browser — many SPAs serve the homepage (200) to any unmapped route so client-side routing can take over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several “successful” renders that are silently duplicate homepage content, outvoting the one real page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3721608"/>
            <a:ext cx="1055217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fix: trust a confirmed non-2xx status — don't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“rescue” it with a render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(plain.status != null &amp;&amp; !plain.ok) return plain;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Handling JavaScript-Rendered (SPA) Pages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868680" cy="86868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35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0241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Diagnostics, Config Drift &amp; the Truncation Bug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  </a:t>
            </a:r>
            <a:endParaRPr lang="en-US" sz="115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crawl, correct rendering — and the extracted values were STILL from the homepage.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appearing in sourcePages doesn't prove a page contributed content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response-level diagnostics that replace guessing with checking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config drift as a process failure, not a code bug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a silent truncation bug in a shared character budget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the Truncation Bug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 Beat Guessing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the Truncation Bug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“/careers disappeared from sourcePages” — root cause found via git diff, not logs: an invalid [[rules]] block was silently failing every wrangler deploy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“/careers is present, but values are still from the homepage” — CLOUDFLARE_ACCOUNT_ID was never actually set; the render fallback never once ran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invisible from the outside until pageStats and skippedPages existed in the response itself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3858768"/>
            <a:ext cx="105521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pageStats: [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url, source: "plain" | "browser-rendering", textLength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skippedPages: [ { url, status, error } 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the Truncation Bug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Drift: Code Problem or Process Problem?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the Truncation Bug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CLOUDFLARE_ACCOUNT_ID was later found reverted back to unset between working sessions — traced via git diff to wrangler.toml being hand-edited outside the normal deploy flow.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320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amount of defensive code…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03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…fixes a config file someone else keeps editing out from under you.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27432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03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working config to git for a clear, reviewable change history.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7033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volatile-but-not-secret values into a secret so a stray local edit can't silently unset them.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the Truncation Bug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Truncation Bug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the Truncation Bug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MAX_PAGE_CHARS = 8000 and a strict even split across ~4 pages, what's each page's budget?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Browser-Rendered markdown carries overhead a plain-fetched page doesn't: nav links as full [Label](url) syntax, title/description frontmatter, a logo reference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“Our Core Values” section sits past that overhead — and past the per-page slice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3767328"/>
            <a:ext cx="1055217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homeBudget = Math.floor(maxTotalChars * 0.25);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otherBudget = Math.floor(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(maxTotalChars - homeBudget) / Math.max(1, successful.length - 1)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raise MAX_PAGE_CHARS from 8,000 to 30,000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Diagnostics, Config Drift &amp; the Truncation Bug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188720"/>
            <a:ext cx="2286000" cy="228600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0" y="43434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Phase 6 — Adaptive Crawling &amp; Wrap-Up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85800"/>
            <a:ext cx="868680" cy="86868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35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0241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Crawling &amp; Job-Listing Follow-Up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  </a:t>
            </a:r>
            <a:endParaRPr lang="en-US" sz="115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test site: most of RECOMMENDED_PATHS 404'd, and its actual values lived only under /careers.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862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fixed guess list will always miss some real sites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a page's own links to discover its actual structure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discovered candidates so an unbounded footer doesn't become an unbounded crawl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narrow, one-hop-deeper follow-up (careers → job posting)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Job-Listing Follow-Up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Guess List to Real Site Structure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Job-Listing Follow-Up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1B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600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homepage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210312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60020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1B2C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1600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discoverPaths()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same-origin links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210312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60020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F380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9088" y="1600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relevance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32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about, career, value, ...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2103120"/>
            <a:ext cx="457200" cy="0"/>
          </a:xfrm>
          <a:prstGeom prst="line">
            <a:avLst/>
          </a:prstGeom>
          <a:noFill/>
          <a:ln w="28575">
            <a:solidFill>
              <a:srgbClr val="F3802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9720" y="160020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1B2C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99448" y="160020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10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MAX_DISCOVERED_PATHS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8036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is fetched first — specifically so its links are available before the rest of the crawl is built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also keeps it at crawlResults[0], which buildContext()'s homepage-share logic still depends 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MIN_OTHER_PAGE_CHARS puts a floor under the per-page budget — page count is no longer fixed, so a strict division would reintroduce Phase 5's bug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Job-Listing Follow-Up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findJobListingLink()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Job-Listing Follow-Up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companies state their values inside individual job postings, not on the careers page itself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nested: the link sits under the careers page's own path (/careers/software-engineer)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keyword: the link's path contains job, position, opening, apply, or role — even if not nested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0D162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3630168"/>
            <a:ext cx="105521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findJobListingLink(careersResult)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careersResult.links: absolute, same-origin URLs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7C8C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 the first link matching rule 1 or 2, else null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Job-Listing Follow-Up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Reached the Reference Implementation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Job-Listing Follow-Up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now matches complete/src/index.js. Run a full extraction against a real company site and inspect every diagnostic field.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246888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8892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pageStats[].discovery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46888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skippedPages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246888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discoveredPaths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09760" y="246888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3203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976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jobListingPage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DF1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611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2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 (accepted, not fixed)   </a:t>
            </a:r>
            <a:endParaRPr lang="en-US" sz="1150" dirty="0"/>
          </a:p>
          <a:p>
            <a:pPr indent="0" marL="0">
              <a:buNone/>
            </a:pPr>
            <a:r>
              <a:rPr lang="en-US" sz="1450" i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links are deduplicated by URL, not content — a homepage linking to itself under two paths (/ and /home) can cause one redundant fetch. Low-cost tradeoff, not a bug.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Adaptive Crawling &amp; Job-Listing Follow-Up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8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symptom can have several stacked causes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“Values are wrong” was, in sequence: rendering, leaked credential, stale deploy, unset config, wrong endpoint, unread body, SPA routing, config drift, truncation.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963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beat guessing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437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alone repeatedly missed the actual cause. Real logging and response-level diagnostics found each root cause in one round-trip.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9242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outside the system under test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989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curl against the target site ruled out “is this the Worker's fault” faster than redeploying and re-testing.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8853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drift is a real failure mode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36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wrong with a deployed system is a code bug — some of it is process.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457200" cy="45720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1846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guess list will always miss some sites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5321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a site's actual structure catches what a static list can't.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1B2C4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3291840" cy="3291840"/>
          </a:xfrm>
          <a:prstGeom prst="ellipse">
            <a:avLst/>
          </a:prstGeom>
          <a:solidFill>
            <a:srgbClr val="F380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920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2834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edge cases you hit, or sites that broke something new — let's talk through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55368" y="37947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B2C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83968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complete/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21528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55368" y="4361688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B2C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83968" y="43616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complete/docs/decision.md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4361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incident-by-incident log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55368" y="4928616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B2C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83968" y="4928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8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complete/docs/cloudflare-skill.md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21528" y="49286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project-agnostic lessons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 Cloudflare Worker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Production Cloudflare Worker</dc:title>
  <dc:subject>PptxGenJS Presentation</dc:subject>
  <dc:creator>Company Values Extractor Workshop</dc:creator>
  <cp:lastModifiedBy>Company Values Extractor Workshop</cp:lastModifiedBy>
  <cp:revision>1</cp:revision>
  <dcterms:created xsi:type="dcterms:W3CDTF">2026-08-28T12:52:12Z</dcterms:created>
  <dcterms:modified xsi:type="dcterms:W3CDTF">2026-08-28T12:52:12Z</dcterms:modified>
</cp:coreProperties>
</file>